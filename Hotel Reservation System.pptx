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5461D1-9E63-4E64-BCF2-34A502159BDE}">
          <p14:sldIdLst>
            <p14:sldId id="256"/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ram Shaik" initials="AS" lastIdx="1" clrIdx="0">
    <p:extLst>
      <p:ext uri="{19B8F6BF-5375-455C-9EA6-DF929625EA0E}">
        <p15:presenceInfo xmlns:p15="http://schemas.microsoft.com/office/powerpoint/2012/main" userId="c8420d6dae3d191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ram Shaik" userId="c8420d6dae3d1918" providerId="LiveId" clId="{DD01352D-1E69-4DCF-96D7-04EFF2CA02C7}"/>
    <pc:docChg chg="undo custSel addSld modSld modSection">
      <pc:chgData name="Akram Shaik" userId="c8420d6dae3d1918" providerId="LiveId" clId="{DD01352D-1E69-4DCF-96D7-04EFF2CA02C7}" dt="2025-11-02T18:59:20.557" v="130" actId="20577"/>
      <pc:docMkLst>
        <pc:docMk/>
      </pc:docMkLst>
      <pc:sldChg chg="addSp modSp new mod">
        <pc:chgData name="Akram Shaik" userId="c8420d6dae3d1918" providerId="LiveId" clId="{DD01352D-1E69-4DCF-96D7-04EFF2CA02C7}" dt="2025-11-02T17:43:25.667" v="19"/>
        <pc:sldMkLst>
          <pc:docMk/>
          <pc:sldMk cId="534669400" sldId="260"/>
        </pc:sldMkLst>
        <pc:spChg chg="mod">
          <ac:chgData name="Akram Shaik" userId="c8420d6dae3d1918" providerId="LiveId" clId="{DD01352D-1E69-4DCF-96D7-04EFF2CA02C7}" dt="2025-11-02T17:41:11.355" v="5" actId="20577"/>
          <ac:spMkLst>
            <pc:docMk/>
            <pc:sldMk cId="534669400" sldId="260"/>
            <ac:spMk id="2" creationId="{38429C0C-FA44-871F-4307-374E903673EE}"/>
          </ac:spMkLst>
        </pc:spChg>
        <pc:spChg chg="mod">
          <ac:chgData name="Akram Shaik" userId="c8420d6dae3d1918" providerId="LiveId" clId="{DD01352D-1E69-4DCF-96D7-04EFF2CA02C7}" dt="2025-11-02T17:43:25.667" v="19"/>
          <ac:spMkLst>
            <pc:docMk/>
            <pc:sldMk cId="534669400" sldId="260"/>
            <ac:spMk id="3" creationId="{0949CC2A-1164-9D9A-7864-13D70C82C5C8}"/>
          </ac:spMkLst>
        </pc:spChg>
        <pc:spChg chg="add">
          <ac:chgData name="Akram Shaik" userId="c8420d6dae3d1918" providerId="LiveId" clId="{DD01352D-1E69-4DCF-96D7-04EFF2CA02C7}" dt="2025-11-02T17:42:32.106" v="10"/>
          <ac:spMkLst>
            <pc:docMk/>
            <pc:sldMk cId="534669400" sldId="260"/>
            <ac:spMk id="4" creationId="{16EEC560-0DE8-4C87-679F-CB8AC7112638}"/>
          </ac:spMkLst>
        </pc:spChg>
        <pc:spChg chg="add mod">
          <ac:chgData name="Akram Shaik" userId="c8420d6dae3d1918" providerId="LiveId" clId="{DD01352D-1E69-4DCF-96D7-04EFF2CA02C7}" dt="2025-11-02T17:42:36.580" v="12"/>
          <ac:spMkLst>
            <pc:docMk/>
            <pc:sldMk cId="534669400" sldId="260"/>
            <ac:spMk id="5" creationId="{4DDEA9A5-4C0B-4FA0-5AB3-9841802DCBF6}"/>
          </ac:spMkLst>
        </pc:spChg>
      </pc:sldChg>
      <pc:sldChg chg="modSp new mod">
        <pc:chgData name="Akram Shaik" userId="c8420d6dae3d1918" providerId="LiveId" clId="{DD01352D-1E69-4DCF-96D7-04EFF2CA02C7}" dt="2025-11-02T17:44:47.222" v="28"/>
        <pc:sldMkLst>
          <pc:docMk/>
          <pc:sldMk cId="1042097845" sldId="261"/>
        </pc:sldMkLst>
        <pc:spChg chg="mod">
          <ac:chgData name="Akram Shaik" userId="c8420d6dae3d1918" providerId="LiveId" clId="{DD01352D-1E69-4DCF-96D7-04EFF2CA02C7}" dt="2025-11-02T17:43:56.248" v="21"/>
          <ac:spMkLst>
            <pc:docMk/>
            <pc:sldMk cId="1042097845" sldId="261"/>
            <ac:spMk id="2" creationId="{530809B9-FE77-DA90-A944-575ACA09CA8A}"/>
          </ac:spMkLst>
        </pc:spChg>
        <pc:spChg chg="mod">
          <ac:chgData name="Akram Shaik" userId="c8420d6dae3d1918" providerId="LiveId" clId="{DD01352D-1E69-4DCF-96D7-04EFF2CA02C7}" dt="2025-11-02T17:44:47.222" v="28"/>
          <ac:spMkLst>
            <pc:docMk/>
            <pc:sldMk cId="1042097845" sldId="261"/>
            <ac:spMk id="3" creationId="{5DB1BBB8-7EC9-801E-88CB-125B8CF883AB}"/>
          </ac:spMkLst>
        </pc:spChg>
      </pc:sldChg>
      <pc:sldChg chg="addSp delSp modSp new mod">
        <pc:chgData name="Akram Shaik" userId="c8420d6dae3d1918" providerId="LiveId" clId="{DD01352D-1E69-4DCF-96D7-04EFF2CA02C7}" dt="2025-11-02T17:52:39.999" v="103" actId="20577"/>
        <pc:sldMkLst>
          <pc:docMk/>
          <pc:sldMk cId="493862368" sldId="262"/>
        </pc:sldMkLst>
        <pc:spChg chg="mod">
          <ac:chgData name="Akram Shaik" userId="c8420d6dae3d1918" providerId="LiveId" clId="{DD01352D-1E69-4DCF-96D7-04EFF2CA02C7}" dt="2025-11-02T17:48:57.588" v="38" actId="20577"/>
          <ac:spMkLst>
            <pc:docMk/>
            <pc:sldMk cId="493862368" sldId="262"/>
            <ac:spMk id="2" creationId="{1AA04488-9ED5-4CAC-5396-5B87FFDFF7BF}"/>
          </ac:spMkLst>
        </pc:spChg>
        <pc:spChg chg="add del mod">
          <ac:chgData name="Akram Shaik" userId="c8420d6dae3d1918" providerId="LiveId" clId="{DD01352D-1E69-4DCF-96D7-04EFF2CA02C7}" dt="2025-11-02T17:52:39.999" v="103" actId="20577"/>
          <ac:spMkLst>
            <pc:docMk/>
            <pc:sldMk cId="493862368" sldId="262"/>
            <ac:spMk id="3" creationId="{3EC270D4-DEE1-A278-9293-8165FC8B731F}"/>
          </ac:spMkLst>
        </pc:spChg>
        <pc:spChg chg="add mod">
          <ac:chgData name="Akram Shaik" userId="c8420d6dae3d1918" providerId="LiveId" clId="{DD01352D-1E69-4DCF-96D7-04EFF2CA02C7}" dt="2025-11-02T17:50:17.302" v="48"/>
          <ac:spMkLst>
            <pc:docMk/>
            <pc:sldMk cId="493862368" sldId="262"/>
            <ac:spMk id="4" creationId="{58A1D52F-E5B8-979D-7536-08A6847D96E9}"/>
          </ac:spMkLst>
        </pc:spChg>
        <pc:spChg chg="add">
          <ac:chgData name="Akram Shaik" userId="c8420d6dae3d1918" providerId="LiveId" clId="{DD01352D-1E69-4DCF-96D7-04EFF2CA02C7}" dt="2025-11-02T17:52:10.042" v="74"/>
          <ac:spMkLst>
            <pc:docMk/>
            <pc:sldMk cId="493862368" sldId="262"/>
            <ac:spMk id="5" creationId="{AA5947B8-FE3C-ED93-9B2B-114F50A33541}"/>
          </ac:spMkLst>
        </pc:spChg>
        <pc:spChg chg="add">
          <ac:chgData name="Akram Shaik" userId="c8420d6dae3d1918" providerId="LiveId" clId="{DD01352D-1E69-4DCF-96D7-04EFF2CA02C7}" dt="2025-11-02T17:52:15.177" v="75"/>
          <ac:spMkLst>
            <pc:docMk/>
            <pc:sldMk cId="493862368" sldId="262"/>
            <ac:spMk id="6" creationId="{F28162E6-34D4-D03F-7770-74D58F7B5971}"/>
          </ac:spMkLst>
        </pc:spChg>
        <pc:spChg chg="add">
          <ac:chgData name="Akram Shaik" userId="c8420d6dae3d1918" providerId="LiveId" clId="{DD01352D-1E69-4DCF-96D7-04EFF2CA02C7}" dt="2025-11-02T17:52:19.350" v="77"/>
          <ac:spMkLst>
            <pc:docMk/>
            <pc:sldMk cId="493862368" sldId="262"/>
            <ac:spMk id="7" creationId="{6EBA47B8-75A9-A7A7-99CD-E93BF74C448D}"/>
          </ac:spMkLst>
        </pc:spChg>
      </pc:sldChg>
      <pc:sldChg chg="addSp modSp new">
        <pc:chgData name="Akram Shaik" userId="c8420d6dae3d1918" providerId="LiveId" clId="{DD01352D-1E69-4DCF-96D7-04EFF2CA02C7}" dt="2025-11-02T18:57:01.249" v="105" actId="931"/>
        <pc:sldMkLst>
          <pc:docMk/>
          <pc:sldMk cId="2082302623" sldId="263"/>
        </pc:sldMkLst>
        <pc:picChg chg="add mod">
          <ac:chgData name="Akram Shaik" userId="c8420d6dae3d1918" providerId="LiveId" clId="{DD01352D-1E69-4DCF-96D7-04EFF2CA02C7}" dt="2025-11-02T18:57:01.249" v="105" actId="931"/>
          <ac:picMkLst>
            <pc:docMk/>
            <pc:sldMk cId="2082302623" sldId="263"/>
            <ac:picMk id="3" creationId="{BC6106C3-365B-C657-6170-1036F7C9C7E3}"/>
          </ac:picMkLst>
        </pc:picChg>
      </pc:sldChg>
      <pc:sldChg chg="addSp modSp new">
        <pc:chgData name="Akram Shaik" userId="c8420d6dae3d1918" providerId="LiveId" clId="{DD01352D-1E69-4DCF-96D7-04EFF2CA02C7}" dt="2025-11-02T18:57:37.444" v="113" actId="931"/>
        <pc:sldMkLst>
          <pc:docMk/>
          <pc:sldMk cId="3494375759" sldId="264"/>
        </pc:sldMkLst>
        <pc:picChg chg="add mod">
          <ac:chgData name="Akram Shaik" userId="c8420d6dae3d1918" providerId="LiveId" clId="{DD01352D-1E69-4DCF-96D7-04EFF2CA02C7}" dt="2025-11-02T18:57:37.444" v="113" actId="931"/>
          <ac:picMkLst>
            <pc:docMk/>
            <pc:sldMk cId="3494375759" sldId="264"/>
            <ac:picMk id="3" creationId="{85EE2641-9349-7F82-A62A-9ABC3A22CEEC}"/>
          </ac:picMkLst>
        </pc:picChg>
      </pc:sldChg>
      <pc:sldChg chg="addSp modSp new">
        <pc:chgData name="Akram Shaik" userId="c8420d6dae3d1918" providerId="LiveId" clId="{DD01352D-1E69-4DCF-96D7-04EFF2CA02C7}" dt="2025-11-02T18:57:50.395" v="114" actId="931"/>
        <pc:sldMkLst>
          <pc:docMk/>
          <pc:sldMk cId="1432427320" sldId="265"/>
        </pc:sldMkLst>
        <pc:picChg chg="add mod">
          <ac:chgData name="Akram Shaik" userId="c8420d6dae3d1918" providerId="LiveId" clId="{DD01352D-1E69-4DCF-96D7-04EFF2CA02C7}" dt="2025-11-02T18:57:50.395" v="114" actId="931"/>
          <ac:picMkLst>
            <pc:docMk/>
            <pc:sldMk cId="1432427320" sldId="265"/>
            <ac:picMk id="3" creationId="{4CB11040-DF97-95F2-BE36-E96388BCCFB4}"/>
          </ac:picMkLst>
        </pc:picChg>
      </pc:sldChg>
      <pc:sldChg chg="addSp modSp new">
        <pc:chgData name="Akram Shaik" userId="c8420d6dae3d1918" providerId="LiveId" clId="{DD01352D-1E69-4DCF-96D7-04EFF2CA02C7}" dt="2025-11-02T18:58:01.043" v="115" actId="931"/>
        <pc:sldMkLst>
          <pc:docMk/>
          <pc:sldMk cId="3255746549" sldId="266"/>
        </pc:sldMkLst>
        <pc:picChg chg="add mod">
          <ac:chgData name="Akram Shaik" userId="c8420d6dae3d1918" providerId="LiveId" clId="{DD01352D-1E69-4DCF-96D7-04EFF2CA02C7}" dt="2025-11-02T18:58:01.043" v="115" actId="931"/>
          <ac:picMkLst>
            <pc:docMk/>
            <pc:sldMk cId="3255746549" sldId="266"/>
            <ac:picMk id="3" creationId="{F059CEA3-D504-C062-8ECE-362DB25B465A}"/>
          </ac:picMkLst>
        </pc:picChg>
      </pc:sldChg>
      <pc:sldChg chg="addSp modSp new">
        <pc:chgData name="Akram Shaik" userId="c8420d6dae3d1918" providerId="LiveId" clId="{DD01352D-1E69-4DCF-96D7-04EFF2CA02C7}" dt="2025-11-02T18:58:09.105" v="116" actId="931"/>
        <pc:sldMkLst>
          <pc:docMk/>
          <pc:sldMk cId="876897984" sldId="267"/>
        </pc:sldMkLst>
        <pc:picChg chg="add mod">
          <ac:chgData name="Akram Shaik" userId="c8420d6dae3d1918" providerId="LiveId" clId="{DD01352D-1E69-4DCF-96D7-04EFF2CA02C7}" dt="2025-11-02T18:58:09.105" v="116" actId="931"/>
          <ac:picMkLst>
            <pc:docMk/>
            <pc:sldMk cId="876897984" sldId="267"/>
            <ac:picMk id="3" creationId="{561A8C88-CF07-AAD9-23B3-D99178086856}"/>
          </ac:picMkLst>
        </pc:picChg>
      </pc:sldChg>
      <pc:sldChg chg="addSp modSp new">
        <pc:chgData name="Akram Shaik" userId="c8420d6dae3d1918" providerId="LiveId" clId="{DD01352D-1E69-4DCF-96D7-04EFF2CA02C7}" dt="2025-11-02T18:58:20.396" v="117" actId="931"/>
        <pc:sldMkLst>
          <pc:docMk/>
          <pc:sldMk cId="3376837108" sldId="268"/>
        </pc:sldMkLst>
        <pc:picChg chg="add mod">
          <ac:chgData name="Akram Shaik" userId="c8420d6dae3d1918" providerId="LiveId" clId="{DD01352D-1E69-4DCF-96D7-04EFF2CA02C7}" dt="2025-11-02T18:58:20.396" v="117" actId="931"/>
          <ac:picMkLst>
            <pc:docMk/>
            <pc:sldMk cId="3376837108" sldId="268"/>
            <ac:picMk id="3" creationId="{CEFDD6D4-ED70-C178-4CA4-E42205F683E5}"/>
          </ac:picMkLst>
        </pc:picChg>
      </pc:sldChg>
      <pc:sldChg chg="addSp modSp new">
        <pc:chgData name="Akram Shaik" userId="c8420d6dae3d1918" providerId="LiveId" clId="{DD01352D-1E69-4DCF-96D7-04EFF2CA02C7}" dt="2025-11-02T18:58:34.938" v="118" actId="931"/>
        <pc:sldMkLst>
          <pc:docMk/>
          <pc:sldMk cId="2593706537" sldId="269"/>
        </pc:sldMkLst>
        <pc:picChg chg="add mod">
          <ac:chgData name="Akram Shaik" userId="c8420d6dae3d1918" providerId="LiveId" clId="{DD01352D-1E69-4DCF-96D7-04EFF2CA02C7}" dt="2025-11-02T18:58:34.938" v="118" actId="931"/>
          <ac:picMkLst>
            <pc:docMk/>
            <pc:sldMk cId="2593706537" sldId="269"/>
            <ac:picMk id="3" creationId="{682C9EC3-2AA4-F7E0-56C0-5BC611BE758B}"/>
          </ac:picMkLst>
        </pc:picChg>
      </pc:sldChg>
      <pc:sldChg chg="addSp modSp new">
        <pc:chgData name="Akram Shaik" userId="c8420d6dae3d1918" providerId="LiveId" clId="{DD01352D-1E69-4DCF-96D7-04EFF2CA02C7}" dt="2025-11-02T18:58:43.456" v="119" actId="931"/>
        <pc:sldMkLst>
          <pc:docMk/>
          <pc:sldMk cId="1230956085" sldId="270"/>
        </pc:sldMkLst>
        <pc:picChg chg="add mod">
          <ac:chgData name="Akram Shaik" userId="c8420d6dae3d1918" providerId="LiveId" clId="{DD01352D-1E69-4DCF-96D7-04EFF2CA02C7}" dt="2025-11-02T18:58:43.456" v="119" actId="931"/>
          <ac:picMkLst>
            <pc:docMk/>
            <pc:sldMk cId="1230956085" sldId="270"/>
            <ac:picMk id="3" creationId="{45FB0720-3D7E-4AD9-6277-12C4C7F6C317}"/>
          </ac:picMkLst>
        </pc:picChg>
      </pc:sldChg>
      <pc:sldChg chg="delSp modSp new mod">
        <pc:chgData name="Akram Shaik" userId="c8420d6dae3d1918" providerId="LiveId" clId="{DD01352D-1E69-4DCF-96D7-04EFF2CA02C7}" dt="2025-11-02T18:59:20.557" v="130" actId="20577"/>
        <pc:sldMkLst>
          <pc:docMk/>
          <pc:sldMk cId="1983086616" sldId="271"/>
        </pc:sldMkLst>
        <pc:spChg chg="mod">
          <ac:chgData name="Akram Shaik" userId="c8420d6dae3d1918" providerId="LiveId" clId="{DD01352D-1E69-4DCF-96D7-04EFF2CA02C7}" dt="2025-11-02T18:59:20.557" v="130" actId="20577"/>
          <ac:spMkLst>
            <pc:docMk/>
            <pc:sldMk cId="1983086616" sldId="271"/>
            <ac:spMk id="2" creationId="{2B22C4EC-477C-F1EC-FD08-C2CE4CE8A548}"/>
          </ac:spMkLst>
        </pc:spChg>
        <pc:spChg chg="del">
          <ac:chgData name="Akram Shaik" userId="c8420d6dae3d1918" providerId="LiveId" clId="{DD01352D-1E69-4DCF-96D7-04EFF2CA02C7}" dt="2025-11-02T18:59:14.563" v="121" actId="478"/>
          <ac:spMkLst>
            <pc:docMk/>
            <pc:sldMk cId="1983086616" sldId="271"/>
            <ac:spMk id="3" creationId="{FFF6407E-ECCD-8B85-C199-F9B4C59BE79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273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35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76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749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90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496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04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388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17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6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45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967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142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319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678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529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04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89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2185D-AA32-DF5F-2438-C7F2EDAC27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5070" y="1913467"/>
            <a:ext cx="7743074" cy="1515533"/>
          </a:xfrm>
        </p:spPr>
        <p:txBody>
          <a:bodyPr/>
          <a:lstStyle/>
          <a:p>
            <a:r>
              <a:rPr lang="en-IN" dirty="0"/>
              <a:t>Hotel Reservation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383B2-F3E7-FC77-9038-65D883F21A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</a:t>
            </a:r>
            <a:br>
              <a:rPr lang="en-IN" dirty="0"/>
            </a:br>
            <a:r>
              <a:rPr lang="en-IN" dirty="0"/>
              <a:t>Shaik Akram</a:t>
            </a:r>
          </a:p>
        </p:txBody>
      </p:sp>
    </p:spTree>
    <p:extLst>
      <p:ext uri="{BB962C8B-B14F-4D97-AF65-F5344CB8AC3E}">
        <p14:creationId xmlns:p14="http://schemas.microsoft.com/office/powerpoint/2010/main" val="1752499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DDFC6-9000-77ED-AAF2-ED912078B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746" y="1552880"/>
            <a:ext cx="7862312" cy="45941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4D959F4-C5FC-663E-9680-D0BA8012AE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85925" y="711020"/>
            <a:ext cx="8820150" cy="931862"/>
          </a:xfrm>
        </p:spPr>
        <p:txBody>
          <a:bodyPr/>
          <a:lstStyle/>
          <a:p>
            <a:r>
              <a:rPr lang="en-IN" dirty="0"/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695263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5A34E-AD02-CA7D-CBAC-BD295C184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97586-7720-0D9D-4B12-AF6D0A8BD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1000" dirty="0"/>
          </a:p>
          <a:p>
            <a:pPr marL="0" indent="0">
              <a:buNone/>
            </a:pPr>
            <a:r>
              <a:rPr lang="en-IN" sz="1600" dirty="0"/>
              <a:t>Starting point			</a:t>
            </a:r>
            <a:r>
              <a:rPr lang="en-IN" sz="1400" dirty="0"/>
              <a:t>Admin			Admin		Admin</a:t>
            </a:r>
            <a:br>
              <a:rPr lang="en-IN" sz="1400" dirty="0"/>
            </a:br>
            <a:r>
              <a:rPr lang="en-IN" sz="1000" dirty="0"/>
              <a:t>1)Register				1)Add Hotel			1)Add Room		1)Edit profile			</a:t>
            </a:r>
            <a:br>
              <a:rPr lang="en-IN" sz="1000" dirty="0"/>
            </a:br>
            <a:r>
              <a:rPr lang="en-IN" sz="1000" dirty="0"/>
              <a:t>2)Login					2)Update hotel			2)Update Room		2)Delete Profile	</a:t>
            </a:r>
            <a:br>
              <a:rPr lang="en-IN" sz="1000" dirty="0"/>
            </a:br>
            <a:r>
              <a:rPr lang="en-IN" sz="1000" dirty="0"/>
              <a:t>3)Exit					3)delete hotel			3)Delete Room		3)Exit</a:t>
            </a:r>
            <a:br>
              <a:rPr lang="en-IN" sz="1000" dirty="0"/>
            </a:br>
            <a:r>
              <a:rPr lang="en-IN" sz="1000" dirty="0"/>
              <a:t>					4)view hotels			4)View Room</a:t>
            </a:r>
            <a:br>
              <a:rPr lang="en-IN" sz="1000" dirty="0"/>
            </a:br>
            <a:r>
              <a:rPr lang="en-IN" sz="1000" dirty="0"/>
              <a:t>					5)add room for a hotel		5)Exit</a:t>
            </a:r>
            <a:br>
              <a:rPr lang="en-IN" sz="1000" dirty="0"/>
            </a:br>
            <a:r>
              <a:rPr lang="en-IN" sz="1000" dirty="0"/>
              <a:t>					6)profile</a:t>
            </a:r>
            <a:br>
              <a:rPr lang="en-IN" sz="1000" dirty="0"/>
            </a:br>
            <a:r>
              <a:rPr lang="en-IN" sz="1000" dirty="0"/>
              <a:t>					7)Exit</a:t>
            </a:r>
          </a:p>
          <a:p>
            <a:endParaRPr lang="en-IN" sz="1600" dirty="0"/>
          </a:p>
          <a:p>
            <a:pPr marL="2286000" lvl="5" indent="0">
              <a:buNone/>
            </a:pPr>
            <a:r>
              <a:rPr lang="en-IN" dirty="0"/>
              <a:t>User			User				User</a:t>
            </a:r>
            <a:br>
              <a:rPr lang="en-IN" dirty="0"/>
            </a:br>
            <a:r>
              <a:rPr lang="en-IN" sz="1000" dirty="0"/>
              <a:t>1)View All Hotels		1)Reserve the Room		1)Edit Profile</a:t>
            </a:r>
            <a:br>
              <a:rPr lang="en-IN" sz="1000" dirty="0"/>
            </a:br>
            <a:r>
              <a:rPr lang="en-IN" sz="1000" dirty="0"/>
              <a:t>2)view hotels by city	2)Exit				2)Delete Profile</a:t>
            </a:r>
            <a:br>
              <a:rPr lang="en-IN" sz="1000" dirty="0"/>
            </a:br>
            <a:r>
              <a:rPr lang="en-IN" sz="1000" dirty="0"/>
              <a:t>3)profile							3)Add Balance</a:t>
            </a:r>
            <a:br>
              <a:rPr lang="en-IN" sz="1000" dirty="0"/>
            </a:br>
            <a:r>
              <a:rPr lang="en-IN" sz="1000" dirty="0"/>
              <a:t>4)Exit							4)View Booking Details</a:t>
            </a:r>
            <a:endParaRPr lang="en-IN" dirty="0"/>
          </a:p>
          <a:p>
            <a:endParaRPr lang="en-IN" sz="1000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78CF2A5-A95F-3507-86F2-C856183F9337}"/>
              </a:ext>
            </a:extLst>
          </p:cNvPr>
          <p:cNvCxnSpPr/>
          <p:nvPr/>
        </p:nvCxnSpPr>
        <p:spPr>
          <a:xfrm>
            <a:off x="2507530" y="3035430"/>
            <a:ext cx="914400" cy="914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F6083F5-07D7-5F40-F440-1A1459390A45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48234" y="3966327"/>
            <a:ext cx="791851" cy="7588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814A6C0-FE6F-773E-0092-CFFDB08EEDD2}"/>
              </a:ext>
            </a:extLst>
          </p:cNvPr>
          <p:cNvCxnSpPr>
            <a:cxnSpLocks/>
          </p:cNvCxnSpPr>
          <p:nvPr/>
        </p:nvCxnSpPr>
        <p:spPr>
          <a:xfrm>
            <a:off x="4826523" y="3824926"/>
            <a:ext cx="6033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88424A-8C23-81B4-8ECB-A2E014CE0AD1}"/>
              </a:ext>
            </a:extLst>
          </p:cNvPr>
          <p:cNvCxnSpPr>
            <a:cxnSpLocks/>
          </p:cNvCxnSpPr>
          <p:nvPr/>
        </p:nvCxnSpPr>
        <p:spPr>
          <a:xfrm>
            <a:off x="4147793" y="3959257"/>
            <a:ext cx="30165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E8570D5-F86F-2826-57E7-1C8CCEF293EB}"/>
              </a:ext>
            </a:extLst>
          </p:cNvPr>
          <p:cNvCxnSpPr>
            <a:cxnSpLocks/>
          </p:cNvCxnSpPr>
          <p:nvPr/>
        </p:nvCxnSpPr>
        <p:spPr>
          <a:xfrm flipV="1">
            <a:off x="7164371" y="3688324"/>
            <a:ext cx="0" cy="270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95CB3C3-53AE-71C8-8793-46EC22F33570}"/>
              </a:ext>
            </a:extLst>
          </p:cNvPr>
          <p:cNvCxnSpPr/>
          <p:nvPr/>
        </p:nvCxnSpPr>
        <p:spPr>
          <a:xfrm>
            <a:off x="4590854" y="4977353"/>
            <a:ext cx="367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592F762-3A15-8053-0FD4-9D3E2E1FA597}"/>
              </a:ext>
            </a:extLst>
          </p:cNvPr>
          <p:cNvCxnSpPr/>
          <p:nvPr/>
        </p:nvCxnSpPr>
        <p:spPr>
          <a:xfrm>
            <a:off x="4147793" y="5439266"/>
            <a:ext cx="2526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243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29C0C-FA44-871F-4307-374E9036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9CC2A-1164-9D9A-7864-13D70C82C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Hotel Reservation System automates the process of booking rooms in hotels.</a:t>
            </a:r>
          </a:p>
          <a:p>
            <a:r>
              <a:rPr lang="en-US" dirty="0"/>
              <a:t>It allows users to search hotels, check room availability, and make reservations.</a:t>
            </a:r>
          </a:p>
          <a:p>
            <a:r>
              <a:rPr lang="en-US" dirty="0"/>
              <a:t>Admins can manage hotels, rooms, and user bookings.</a:t>
            </a:r>
          </a:p>
          <a:p>
            <a:r>
              <a:rPr lang="en-US" dirty="0"/>
              <a:t>Secure and reliable transaction process between user and hotel.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466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09B9-FE77-DA90-A944-575ACA09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1BBB8-7EC9-801E-88CB-125B8CF88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Programming Language:</a:t>
            </a:r>
            <a:r>
              <a:rPr lang="en-IN" dirty="0"/>
              <a:t> Java (Core Java, OOPs, JDBC)</a:t>
            </a:r>
          </a:p>
          <a:p>
            <a:r>
              <a:rPr lang="en-IN" b="1" dirty="0"/>
              <a:t>Database:</a:t>
            </a:r>
            <a:r>
              <a:rPr lang="en-IN" dirty="0"/>
              <a:t> MySQL</a:t>
            </a:r>
          </a:p>
          <a:p>
            <a:r>
              <a:rPr lang="en-US" b="1" dirty="0"/>
              <a:t>Backend Concepts:</a:t>
            </a:r>
            <a:r>
              <a:rPr lang="en-US" dirty="0"/>
              <a:t> Exception Handling, Collections, File Handling</a:t>
            </a:r>
          </a:p>
          <a:p>
            <a:r>
              <a:rPr lang="en-IN" b="1" dirty="0"/>
              <a:t>IDE:</a:t>
            </a:r>
            <a:r>
              <a:rPr lang="en-IN" dirty="0"/>
              <a:t> IntelliJ IDEA / Eclipse</a:t>
            </a:r>
          </a:p>
        </p:txBody>
      </p:sp>
    </p:spTree>
    <p:extLst>
      <p:ext uri="{BB962C8B-B14F-4D97-AF65-F5344CB8AC3E}">
        <p14:creationId xmlns:p14="http://schemas.microsoft.com/office/powerpoint/2010/main" val="1042097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04488-9ED5-4CAC-5396-5B87FFDF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270D4-DEE1-A278-9293-8165FC8B7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Testing done using </a:t>
            </a:r>
            <a:r>
              <a:rPr lang="en-US" b="1" dirty="0"/>
              <a:t>Junit</a:t>
            </a:r>
          </a:p>
          <a:p>
            <a:r>
              <a:rPr lang="en-US" dirty="0"/>
              <a:t>Example: Assert that payment transaction succeeds/fails correctly</a:t>
            </a:r>
          </a:p>
          <a:p>
            <a:r>
              <a:rPr lang="en-IN" dirty="0"/>
              <a:t>Tested scenarios:</a:t>
            </a:r>
          </a:p>
          <a:p>
            <a:pPr lvl="5"/>
            <a:r>
              <a:rPr lang="en-IN" dirty="0"/>
              <a:t>Valid booking</a:t>
            </a:r>
          </a:p>
          <a:p>
            <a:pPr lvl="5"/>
            <a:r>
              <a:rPr lang="en-IN" dirty="0"/>
              <a:t>Invalid hotel/room ID</a:t>
            </a:r>
          </a:p>
          <a:p>
            <a:pPr lvl="5"/>
            <a:r>
              <a:rPr lang="en-IN" dirty="0"/>
              <a:t>Insufficient balance</a:t>
            </a:r>
          </a:p>
          <a:p>
            <a:pPr lvl="5"/>
            <a:r>
              <a:rPr lang="en-IN" dirty="0"/>
              <a:t>Double Boking Prevention</a:t>
            </a:r>
          </a:p>
          <a:p>
            <a:pPr lvl="5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3862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6106C3-365B-C657-6170-1036F7C9C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02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EE2641-9349-7F82-A62A-9ABC3A22C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75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B11040-DF97-95F2-BE36-E96388BCC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27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59CEA3-D504-C062-8ECE-362DB25B4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746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1A8C88-CF07-AAD9-23B3-D99178086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897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FDD6D4-ED70-C178-4CA4-E42205F68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837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2C9EC3-2AA4-F7E0-56C0-5BC611BE7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706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FB0720-3D7E-4AD9-6277-12C4C7F6C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956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2C4EC-477C-F1EC-FD08-C2CE4CE8A5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830866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152</TotalTime>
  <Words>353</Words>
  <Application>Microsoft Office PowerPoint</Application>
  <PresentationFormat>Widescreen</PresentationFormat>
  <Paragraphs>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Garamond</vt:lpstr>
      <vt:lpstr>Organic</vt:lpstr>
      <vt:lpstr>Hotel Reservation System</vt:lpstr>
      <vt:lpstr>ER Diagram</vt:lpstr>
      <vt:lpstr>Project Flow</vt:lpstr>
      <vt:lpstr>About</vt:lpstr>
      <vt:lpstr>Technologies Used</vt:lpstr>
      <vt:lpstr>Test case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Akram Shaik</dc:creator>
  <cp:lastModifiedBy>Akram Shaik</cp:lastModifiedBy>
  <cp:revision>1</cp:revision>
  <dcterms:created xsi:type="dcterms:W3CDTF">2025-11-02T16:31:38Z</dcterms:created>
  <dcterms:modified xsi:type="dcterms:W3CDTF">2025-11-02T19:04:37Z</dcterms:modified>
</cp:coreProperties>
</file>